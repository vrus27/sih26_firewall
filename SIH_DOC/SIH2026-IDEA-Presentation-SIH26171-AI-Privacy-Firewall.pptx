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SIH26171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On-device Visual Perception for Light-weight Browser Agents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950000"/>
            <a:ext cx="12191999" cy="4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AI Privacy Firewall — A Trusted Privacy Boundary for Agentic Browsing</a:t>
            </a:r>
            <a:endParaRPr lang="en-US" sz="2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Detailed explanation: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A local AI Privacy Firewall sits between the browser and the remote reasoning AI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DOM analysis + lightweight on-device vision AI perceive the screen and flag PII, secrets and sensitive regions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Sensitive fields are sanitized locally before anything leaves the device (Email → [EMAIL], Password → [REDACTED])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Remote VLM/LLM reasons only over sanitized context; a Local Privacy Vault fills credentials on-device without ever sending them out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How it addresses the problem: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Browser agents need visual context, but raw context can expose secrets — our firewall makes the device the trusted privacy boundary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i="1" dirty="0">
                <a:latin typeface="Arial" pitchFamily="34" charset="0"/>
                <a:cs typeface="Arial" pitchFamily="34" charset="0"/>
              </a:rPr>
              <a:t>"See locally. Protect locally. Reason remotely. Act locally."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An Outbound Privacy Gate inspects every AI-bound context request: allow, sanitize, block, or ask the user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Innovation and uniqueness: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Hybrid DOM + vision + local secret detection for stronger, more precise privacy protection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Local Privacy Vault (password-manager inspired) separates AI reasoning from secret ownership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Quick-Heal-style ON/OFF protection indicator + Brave-style privacy dashboard for user visibility and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50000"/>
            <a:ext cx="10972800" cy="45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Client (browser extension):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JavaScript/TypeScript, DOM APIs, WebGPU, WebAssembly, ONNX Runtime Web, Transformers.js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Local AI / Privacy layer: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lightweight vision model for screen understanding + hybrid DOM-aware PII/secret detector + semantic sanitizer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Server: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remote VLM/LLM for reasoning, Python/FastAPI backend, structured browser-action output (proposed stack; not all technologies mandatory)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Methodology — end-to-end flow: 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User → Browser → Local Perception (DOM + Vision) → AI Privacy Firewall → Sanitized Context → Remote VLM/LLM → Action Command → Local Executor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Privacy Firewall stages: PII / secret / API-key detection → sanitization → risk assessment → outbound transmission gate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A Local Privacy Vault stores credentials separately and fills them on-device, so secrets never reach the remote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50000"/>
            <a:ext cx="10972800" cy="45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Analysis of feasibility: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Buildable today with existing browser-extension and on-device ML tooling (Chrome/Firefox Manifest V3, WebGPU, ONNX Runtime Web)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Lightweight local models keep perception and detection on-device; heavy reasoning is offloaded to the remote VLM/LLM only when needed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Potential challenges and risks: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Limited client-side compute and memory on low-end devices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Balancing redaction precision with preserving enough semantic context for the agent to act correctly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Keeping perception and sanitization latency low without hurting overall agent response time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Strategies for overcoming these challenges: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Use lightweight, quantized on-device models with browser-native acceleration (WebGPU/WebAssembly) to stay within resource budgets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Selective, semantic redaction (not full-screen blurring) to preserve task-relevant context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Local-first filtering plus on-demand remote reasoning to control end-to-end latency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50000"/>
            <a:ext cx="10972800" cy="45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Potential impact: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Protects users of agentic AI browser extensions who handle logins, forms and personal data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Gives users confidence to adopt AI browsing agents without exposing credentials or PII to remote services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Directly supports ISRO's need for trustworthy, low-footprint on-device AI for agentic systems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Benefits of the solution: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Privacy: sensitive data stays on-device; only sanitized context ever reaches the remote AI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Trust and transparency: visible ON/OFF protection indicator plus a privacy dashboard showing what was protected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Security by design: local credential vault removes the need to ever transmit secrets to a remote model</a:t>
            </a: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Reusable pattern: the same local privacy-boundary architecture can extend to other on-device agentic AI use cases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50000"/>
            <a:ext cx="10972800" cy="45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SIH26171 Problem Statement — Indian Space Research Organisation (ISRO), Smart India Hackathon 2026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ONNX Runtime Web &amp; Transformers.js — for running lightweight vision/PII-detection models on-device in the browser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WebGPU &amp; WebAssembly — browser-native acceleration for local ML inference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Chrome/Firefox extension (Manifest V3) architecture — DOM access and content-script APIs for local perception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UX inspiration: Quick Heal Secure Browser (visible protection indicator), Brave Browser (privacy report), and browser password managers (local credential vault)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